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E4F7"/>
                </a:solidFill>
              </a:rPr>
              <a:t>Tamper Detection and Data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6E4F7"/>
                </a:solidFill>
              </a:rPr>
              <a:t>for Self-Describing Scientific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Sections 3 &amp; 4 — Survey, Requirements, and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4F7"/>
                </a:solidFill>
              </a:rPr>
              <a:t>Which integrity primitive survives 50-year scientific archives?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</a:rPr>
              <a:t>M. Scot Breitenfeld · The HDF Group · S2-D2 Research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Roadmap for This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0744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" y="1325880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36245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Survey of integrity primitives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3898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14 families — capability and killer flaw for HDF5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13432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68296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8992" y="2313432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2350008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What the survey reveals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774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Four structural barriers that drive the requirements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00984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355848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92" y="3300984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0432" y="333756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Ten requirements  (R1–R10)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649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What any primitive must satisfy for HDF5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88536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343400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92" y="4288536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3251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Comparison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5254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All seven alternatives scored at a glance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276088"/>
            <a:ext cx="59436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330952"/>
            <a:ext cx="594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75E"/>
                </a:solidFill>
              </a:rPr>
              <a:t>§4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78992" y="5276088"/>
            <a:ext cx="10515600" cy="50292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312664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Selection: Merkle + PQ signature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34009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7"/>
                </a:solidFill>
              </a:rPr>
              <a:t>The only R1–R10-complete, quantum-safe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§3  Survey: 14 Integrity Primitive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Each surveyed for suitability on multi-terabyte, long-lived, chunked scientific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28930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Error-detection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508760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CRC-32, Fletcher-32, Adler-32, T10-PI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682495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Invertible in closed form — cannot resist adversarial tampering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956815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984247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Cryptographic hashes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203703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SHA-256, BLAKE3, SHA-3, KangarooTwelve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377439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Flat hash: verifying any chunk requires re-reading every byte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651760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6791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MACs / AEAD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2898648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HMAC-SHA-256, ChaCha20-Poly1305, AES-GCM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307238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Secret key required — third-party auditors and collaborators locked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3346704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33741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Classical signatures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593592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Ed25519, ECDSA P-256, RSA-PSS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3767328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Broken by Shor's algorithm — 50-year archives signed today are at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041648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0690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Post-quantum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288536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ML-DSA-65, SLH-DSA, XMSS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" y="4462272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Per-chunk: 33 GB of sigs + 3 CPU-hours to sign 10⁷ chunks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4736592"/>
            <a:ext cx="5833872" cy="6400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" y="47640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</a:rPr>
              <a:t>Hash trees /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" y="4983479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0FFC0"/>
                </a:solidFill>
              </a:rPr>
              <a:t>Merkle binary, SMT, Merkle Mountain 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" y="5157216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A500"/>
                </a:solidFill>
              </a:rPr>
              <a:t>→ THE CANDIDATE  (satisfies all R1–R10 below)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5431536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" y="54589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Verkle / KZG commitments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567842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KZG polynomial, Ethereum Verkle tree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5852160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Trusted-setup ceremony required; pairing broken by Shor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26187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28930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Cryptographic accumulators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508760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RSA accumulator, bilinear accumulator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82495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Trusted setup + not PQ + set-based (no chunk order)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1956815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1984247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ZK-SNARKs / Folding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203703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Groth16, PLONK, Nova, HyperNova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377439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O(N) proving cost; &gt; 24 h to commit 10⁷ chunks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651760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679191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Transparency logs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898648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Certificate Transparency, Sigstore Rekor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07238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Append-only — HDF5 workloads overwrite chunks in place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3346704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3741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TEE / fs-verity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3593592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Intel SGX, ARM TrustZone, Linux fs-verity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3767328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Vendor-locked; stripped when file is transferred or archived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99632" y="4041648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06908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FS / cloud checksums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288536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ZFS, Btrfs, S3 ETag, GCS CRC32C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462272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Stripped in transfer; no partial verification; no non-repudiation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99632" y="4736592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4764024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Scientific format checksums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4983479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NetCDF CDF-5, Zarr v3 chunk hashes, Parquet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157216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Non-adversarial; no public signing or subset-proof capability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99632" y="5431536"/>
            <a:ext cx="5833872" cy="64008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5458968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W3C PROV / lineage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0" y="567842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6E4F7"/>
                </a:solidFill>
              </a:rPr>
              <a:t>PROV-DM, ProvONE, PROV-JSON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5852160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CCAA"/>
                </a:solidFill>
              </a:rPr>
              <a:t>Provenance graph — complements integrity but is not a substitute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§3  What the Survey Reveals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Four structural barriers that no alternative escapes simultaneously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1848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" y="1298448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53312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Non-cryptographic codes are invertible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700784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CRC, Fletcher, and Adler all admit closed-form corrections.
An adversary computes a matching tail that preserves the checksum — no brute force needed.
→  R1–R10 require a cryptographic primitive as the foundation.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96896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91693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596896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Symmetric auth requires a shared secret — rules out public verifiability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99232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MACs and AEAD are ideal per-chunk tools, but the verifier must hold the key.
Third-party auditors, archive mirrors, and collaborators cannot verify.
→  R6 (public verifiability) eliminates any purely symmetric scheme as the root.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895344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215383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" y="3895344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50207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Pairing- and factoring-based schemes fail the 50-year archival horizon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97680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Shor's algorithm breaks ECDSA, Ed25519, RSA, BLS12-381 pairings, and KZG commitments.
Scientific archives are signed today and verified in 2040–2070.
→  R9 eliminates Verkle, BLS aggregation, and RSA/bilinear accumulators.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193792"/>
            <a:ext cx="566928" cy="1143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5513831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375E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" y="5193792"/>
            <a:ext cx="10881360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248655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Trusted-setup ceremonies are unacceptable for long-lived archives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596128"/>
            <a:ext cx="106070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KZG, Verkle, and RSA accumulators require an MPC ceremony whose
parameters must be trusted for the archive's entire lifetime.
→  R8 eliminates every scheme with a structured reference string.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Ten Requirements for HDF5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Any candidate primitive must satisfy all ten — simultaneously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4983" y="1298448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1316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Partial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15727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Verify k chunks at O(k log N), no full rehash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76856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5000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4983" y="2276856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229514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Incremental extend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25511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Append chunks in O(log N), no re-sign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55264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28416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3" y="3255264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32735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In-place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35295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Overwrite chunk k in O(log N) tree-update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33672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3068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3" y="4233672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" y="4251959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Tamper localization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" y="45079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Identify which chunks changed, not just 'something did'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212080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28523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R5a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3" y="5212080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52303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Chunk authenticity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" y="54864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Each chunk tied to signer's commitment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298448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137160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R5b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58583" y="1298448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1316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Coverage proof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15727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Prove delivered set is exactly the requested hyperslab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276856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35000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3" y="2276856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0024" y="229514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Public verifiability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0024" y="25511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No secret key required — any auditor can verify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255264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3328416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58583" y="3255264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0024" y="32735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Compact proof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0024" y="35295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Proof size sublinear in N  (target: O(k log N))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233672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43068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8583" y="4233672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0024" y="4251959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trusted setup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45079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No MPC ceremony, no trapdoored parameters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212080"/>
            <a:ext cx="658368" cy="56692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528523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75E"/>
                </a:solidFill>
              </a:rPr>
              <a:t>R9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58583" y="5212080"/>
            <a:ext cx="5212080" cy="566928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0024" y="52303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Post-quantum path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0024" y="54864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Survives Shor: swap hash/sig, no re-sign of archives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Candidate Primitives vs.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207008"/>
            <a:ext cx="923544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" y="1225296"/>
            <a:ext cx="896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Req.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24712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Flat
hash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Per-chk
MAC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2968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Per-chk
sig.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97096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RSA
acc.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1224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KZG/
Verkle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352" y="1207008"/>
            <a:ext cx="987552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1225296"/>
            <a:ext cx="960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ZKP/
PoR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1207008"/>
            <a:ext cx="1060704" cy="512064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1225296"/>
            <a:ext cx="1033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TEE/
fs-verity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207008"/>
            <a:ext cx="1060704" cy="51206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225296"/>
            <a:ext cx="1033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A500"/>
                </a:solidFill>
              </a:rPr>
              <a:t>Merkle
tree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737360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79" y="1773936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67128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91256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5383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9512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177393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samp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7768" y="177393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6760" y="1737360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177393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" y="2089404"/>
            <a:ext cx="9262872" cy="3337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79" y="2125980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91256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3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9512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12598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7768" y="2125980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2089404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85048" y="2125980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2" y="2441448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79" y="2478024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91256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15383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2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247802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87768" y="2478024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66760" y="2441448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85048" y="2478024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4592" y="2793491"/>
            <a:ext cx="9262872" cy="3337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79" y="2830068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67128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91256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15383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9512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prt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63640" y="283006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8" y="2830068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6760" y="2793491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85048" y="2830068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64592" y="3145536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2879" y="3182112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R5a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3000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67128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91256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15383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9512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63640" y="318211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87768" y="3182112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66760" y="3145536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3182112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3497580"/>
            <a:ext cx="9262872" cy="3337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2879" y="3534156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R5b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43000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67128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91256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5383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39512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63640" y="353415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87768" y="353415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66760" y="3497580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385048" y="353415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4592" y="3849624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82879" y="3886200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67128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91256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15383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9512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63640" y="3886200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7768" y="3886200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3849624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85048" y="3886200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64592" y="4201668"/>
            <a:ext cx="9262872" cy="3337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82879" y="4238244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16k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91256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64k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15383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39512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4238244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O(1)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87768" y="4238244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66760" y="4201668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85048" y="4238244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32k·lgN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4592" y="4553712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82879" y="4590288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43000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67128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91256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5383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39512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263640" y="4590288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var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87768" y="4590288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6760" y="4553712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85048" y="4590288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64592" y="4905756"/>
            <a:ext cx="9262872" cy="3337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2879" y="4942332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43000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67128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91256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15383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239512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4942332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STARK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287768" y="4942332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vnd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66760" y="4905756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385048" y="4942332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64592" y="5257800"/>
            <a:ext cx="9262872" cy="333756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2879" y="5294376"/>
            <a:ext cx="905256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R10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43000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67128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91256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15383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39512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375E"/>
                </a:solidFill>
              </a:rPr>
              <a:t>1s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294376"/>
            <a:ext cx="969264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2020"/>
                </a:solidFill>
              </a:rPr>
              <a:t>✗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287768" y="529437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366760" y="5257800"/>
            <a:ext cx="1060704" cy="333756"/>
          </a:xfrm>
          <a:prstGeom prst="rect">
            <a:avLst/>
          </a:prstGeom>
          <a:solidFill>
            <a:srgbClr val="D0EA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385048" y="5294376"/>
            <a:ext cx="1042415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A3C"/>
                </a:solidFill>
              </a:rPr>
              <a:t>✓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4592" y="6400800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samp=sampling only  |  prt=partial  |  vnd=vendor-locked  |  var=varies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Selection: Hash Tree with a Signed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The only primitive satisfying R1–R10 without trusted setup or quantum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1548872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16736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✓   Merkle tree (binary / sparse)  +  hybrid Ed25519 · ML-DSA-65 root signature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48256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665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Subset &amp; coverage proofs (R5a, R5b, R7)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31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O(k log N) multiproof — comes directly from tree structure; no extra primitive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70632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788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Tamper localization (R4)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054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Root-to-leaf walk isolates modified chunks in O(log 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93008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5112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In-place update &amp; append (R2, R3)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776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Recompute only ⌈log₂ N⌉ ≈ 24 SHA-256 calls per update at N = 10⁷  (~3 µs on SHA-NI)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15384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233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 trusted setup · Post-quantum (R8, R9)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4988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PQ-safe hash today; swap signature to ML-DSA-65 / SLH-DSA without re-signing archives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37760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956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HPC-feasible build (R10)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52212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10 TB committed in ~30 s across ~200 HPC cores; tree aggregation &lt; 1 s on one 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660136"/>
            <a:ext cx="54864" cy="5303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6784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Public verifiability (R6)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4F7"/>
                </a:solidFill>
              </a:rPr>
              <a:t>Only the signer's public key needed — any auditor, mirror, or collaborator can verify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Why Not the Alternatives?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7"/>
                </a:solidFill>
              </a:rPr>
              <a:t>Each alternative falls to a single knockout criterion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59" y="1389888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408176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R8 + R9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Verkle trees
(KZG-based)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65376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KZG requires a trusted-setup ceremony. The underlying elliptic-curve pairing is broken
by Shor's algorithm. Re-signing 30 years of NOAA records in 2045 is not an option.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298448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69880" y="1389888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1408176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R9 + R5b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3716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BLS-aggregated
per-chunk sigs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865376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BLS12-381 pairings are broken by Shor. No upgrade path exists.
Coverage proof (R5b) still needs a signed manifest — which reduces to a Merkle root.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008376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59" y="3099816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118104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R7 + R10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081528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Per-chunk PQ sigs
(ML-DSA-65)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75304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33 GB of signatures per dataset (N = 10⁷ chunks). Signing takes ~3 CPU-hours.
Two orders of magnitude worse than Merkle with no compensating benefit.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3008376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69880" y="3099816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97312" y="3118104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081528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ZK-SNARKs /
Folding schemes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575304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O(N) field-operation proving overhead for static data subsetting.
Designed for computation correctness, not data authentication. &gt; 24 h to commit.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718304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59" y="4809744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48280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R8 + R9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91456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RSA accumulators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85232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Require trusted setup (trapdoor exponent). Broken by Shor.
No advantage over Merkle on any other dimension.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4718304"/>
            <a:ext cx="5669280" cy="1572768"/>
          </a:xfrm>
          <a:prstGeom prst="rect">
            <a:avLst/>
          </a:prstGeom>
          <a:solidFill>
            <a:srgbClr val="22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69880" y="4809744"/>
            <a:ext cx="1371600" cy="384048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7312" y="4828032"/>
            <a:ext cx="13167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Fails R6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791456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</a:rPr>
              <a:t>Per-chunk MACs
/ AEAD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285232"/>
            <a:ext cx="54406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7"/>
                </a:solidFill>
              </a:rPr>
              <a:t>Verification requires the secret key. Third-party auditors and
downstream researchers are locked out by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§4  Honest Framing of the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S2-D2 · Tamper Detection &amp; Data Integrity · Sections 3 &amp; 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1548872" cy="1005840"/>
          </a:xfrm>
          <a:prstGeom prst="rect">
            <a:avLst/>
          </a:prstGeom>
          <a:solidFill>
            <a:srgbClr val="18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673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8D8B8"/>
                </a:solidFill>
              </a:rPr>
              <a:t>Merkle is not the only primitive satisfying R1–R7 in absolute terms.
Verkle and BLS-aggregated signatures are competitive there.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23160"/>
            <a:ext cx="11548872" cy="1170432"/>
          </a:xfrm>
          <a:prstGeom prst="rect">
            <a:avLst/>
          </a:prstGeom>
          <a:solidFill>
            <a:srgbClr val="275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What distinguishes Merkle: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9806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 is the only primitive achieving R1–R10 simultaneously,
without a trusted-setup ceremony and without a pairing- or
factoring-based primitive that Shor's algorithm breaks.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749039"/>
            <a:ext cx="1154887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</a:rPr>
              <a:t>R8 and R9 are the discriminating requirements — forced by the multi-decade
archival horizon of scientific data. This constraint is absent from the
blockchain settings where KZG, Verkle, and BLS were designed.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Design choices that follow from this selection: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AEAD inside the Encrypt-then-MAC filter pipeline  (§5.7)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Classical + PQ hybrid root signature: Ed25519 + ML-DSA-65  (§5.8)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D6E4F7"/>
                </a:solidFill>
              </a:rPr>
              <a:t>  •  Transparency-log publication of signed roots for freshness  (§5.9)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